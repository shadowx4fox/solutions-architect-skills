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</a:defRPr>
            </a:pPr>
            <a:r>
              <a:t>Job Scheduling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B7280"/>
                </a:solidFill>
              </a:defRPr>
            </a:pPr>
            <a:r>
              <a:t>Compliance &amp; Governance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v1.5.23 | Claude Code Plugin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74151"/>
                </a:solidFill>
              </a:defRPr>
            </a:pPr>
            <a:r>
              <a:t>1. Executive Summary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2. Security Architecture Overview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3. Authentication &amp; Authorization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4. Data Protection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5. Operational Excellence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6. Disaster Recovery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7. Integration Security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8. Technology Compliance</a:t>
            </a:r>
          </a:p>
          <a:p>
            <a:pPr>
              <a:defRPr sz="2000" b="0">
                <a:solidFill>
                  <a:srgbClr val="374151"/>
                </a:solidFill>
              </a:defRPr>
            </a:pPr>
            <a:r>
              <a:t>9. Summary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74151"/>
                </a:solidFill>
              </a:defRPr>
            </a:pPr>
            <a:r>
              <a:t>• [Metrics not documented in Section 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Security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B7280"/>
                </a:solidFill>
              </a:defRPr>
            </a:pPr>
            <a:r>
              <a:t>[Not documented in ARCHITECTURE.md]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Authentication &amp;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B7280"/>
                </a:solidFill>
              </a:defRPr>
            </a:pPr>
            <a:r>
              <a:t>[Not documented in ARCHITECTURE.md]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Data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B7280"/>
                </a:solidFill>
              </a:defRPr>
            </a:pPr>
            <a:r>
              <a:t>[Not documented in ARCHITECTURE.md]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Operational 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B7280"/>
                </a:solidFill>
              </a:defRPr>
            </a:pPr>
            <a:r>
              <a:t>[Not documented in ARCHITECTURE.md]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Disaster Recovery &amp; Business Continuity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B7280"/>
                </a:solidFill>
              </a:defRPr>
            </a:pPr>
            <a:r>
              <a:t>[Not documented in ARCHITECTURE.md]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Integration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B7280"/>
                </a:solidFill>
              </a:defRPr>
            </a:pPr>
            <a:r>
              <a:t>[Not documented in ARCHITECTURE.md]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Technology Compliance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t>Summary &amp; Q&amp;A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2743200"/>
            <a:ext cx="4572000" cy="137160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
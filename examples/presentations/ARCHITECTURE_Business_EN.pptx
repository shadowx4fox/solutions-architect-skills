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Job Scheduling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Architecture Overview for Business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v1.5.23 | Claude Code Plugin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74151"/>
                </a:solidFill>
              </a:defRPr>
            </a:pPr>
            <a:r>
              <a:t>1. Executive Summary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2. Problem &amp; Solution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3. Use Cases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4. Business Value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5. System Availability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6. Operational Support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7. Architecture Principles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8. Summary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• [Metrics not documented in Section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• Use Cases: [Not documented in Section 2.3]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• [Business value not documented in Section 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System Availability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Operational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Architecture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74151"/>
                </a:solidFill>
              </a:defRPr>
            </a:pPr>
            <a:r>
              <a:t>• Architecture Principles</a:t>
            </a:r>
          </a:p>
          <a:p>
            <a:pPr>
              <a:defRPr sz="1400" b="0">
                <a:solidFill>
                  <a:srgbClr val="374151"/>
                </a:solidFill>
              </a:defRPr>
            </a:pPr>
            <a:r>
              <a:t>  [Not documented in Section 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Summary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743200"/>
            <a:ext cx="457200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
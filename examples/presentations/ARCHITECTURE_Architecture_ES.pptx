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Job Scheduling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Arquitectura Técnica en Detalle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v1.5.23 | Claude Code Plugin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74151"/>
                </a:solidFill>
              </a:defRPr>
            </a:pPr>
            <a:r>
              <a:t>1. Resumen Ejecutivo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2. Principios de Arquitectura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3. Capas de Arquitectura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4. Descripción General de Componentes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5. Stack Tecnológico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6. Patrones de Flujo de Datos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7. Puntos de Integración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8. Arquitectura de Seguridad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9. Decisiones Clave de Arquitectura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10. Resumen y Preguntas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• [Metrics not documented in Section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Principios de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74151"/>
                </a:solidFill>
              </a:defRPr>
            </a:pPr>
            <a:r>
              <a:t>• Architecture Principles</a:t>
            </a:r>
          </a:p>
          <a:p>
            <a:pPr>
              <a:defRPr sz="1400" b="0">
                <a:solidFill>
                  <a:srgbClr val="374151"/>
                </a:solidFill>
              </a:defRPr>
            </a:pPr>
            <a:r>
              <a:t>  [Not documented in Section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Capas de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 documentado en ARCHITECTURE.md]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Descripción General de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74151"/>
                </a:solidFill>
              </a:defRPr>
            </a:pPr>
            <a:r>
              <a:t>• Components: [Not documented in Section 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Stack Tecnológico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Patrones de Flujo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 documentado en ARCHITECTURE.md]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Puntos de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 documentado en ARCHITECTURE.md]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Arquitectura de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 documentado en ARCHITECTURE.md]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Decisiones Clave de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 documentado en ARCHITECTURE.md]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Resumen y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743200"/>
            <a:ext cx="457200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